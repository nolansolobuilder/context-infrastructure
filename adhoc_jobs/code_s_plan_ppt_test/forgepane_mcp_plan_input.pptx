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639fed1734cf2" /><Relationship Type="http://schemas.openxmlformats.org/officeDocument/2006/relationships/extended-properties" Target="/docProps/app.xml" Id="Rfbacb195f3b54f8c" /><Relationship Type="http://schemas.openxmlformats.org/officeDocument/2006/relationships/officeDocument" Target="/ppt/presentation.xml" Id="R504bea9393b7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42dc7e59fd4c09"/>
  </p:sldMasterIdLst>
  <p:notesMasterIdLst>
    <p:notesMasterId xmlns:r="http://schemas.openxmlformats.org/officeDocument/2006/relationships" r:id="Rb307fbbe2ac34156"/>
  </p:notesMasterIdLst>
  <p:sldIdLst>
    <p:sldId xmlns:r="http://schemas.openxmlformats.org/officeDocument/2006/relationships" id="256" r:id="R51264ac0cae8409b"/>
    <p:sldId xmlns:r="http://schemas.openxmlformats.org/officeDocument/2006/relationships" id="257" r:id="Rf54898cec6254b3e"/>
    <p:sldId xmlns:r="http://schemas.openxmlformats.org/officeDocument/2006/relationships" id="258" r:id="Rc2138df15d974ae6"/>
    <p:sldId xmlns:r="http://schemas.openxmlformats.org/officeDocument/2006/relationships" id="259" r:id="R5564b9e768974e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d88f2fc2a4f6e" /><Relationship Type="http://schemas.openxmlformats.org/officeDocument/2006/relationships/slideMaster" Target="/ppt/slideMasters/slideMaster1.xml" Id="Re942dc7e59fd4c09" /><Relationship Type="http://schemas.openxmlformats.org/officeDocument/2006/relationships/notesMaster" Target="/ppt/notesMasters/notesMaster1.xml" Id="Rb307fbbe2ac34156" /><Relationship Type="http://schemas.openxmlformats.org/officeDocument/2006/relationships/presProps" Target="/ppt/presProps.xml" Id="Rbcee830cdd744fb7" /><Relationship Type="http://schemas.openxmlformats.org/officeDocument/2006/relationships/tableStyles" Target="/ppt/tableStyles.xml" Id="R231d0d6b57ff4322" /><Relationship Type="http://schemas.openxmlformats.org/officeDocument/2006/relationships/slide" Target="/ppt/slides/slide1.xml" Id="R51264ac0cae8409b" /><Relationship Type="http://schemas.openxmlformats.org/officeDocument/2006/relationships/slide" Target="/ppt/slides/slide2.xml" Id="Rf54898cec6254b3e" /><Relationship Type="http://schemas.openxmlformats.org/officeDocument/2006/relationships/slide" Target="/ppt/slides/slide3.xml" Id="Rc2138df15d974ae6" /><Relationship Type="http://schemas.openxmlformats.org/officeDocument/2006/relationships/slide" Target="/ppt/slides/slide4.xml" Id="R5564b9e76897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4049cc1f948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e654f5a8e4bcf" /><Relationship Type="http://schemas.openxmlformats.org/officeDocument/2006/relationships/notesMaster" Target="/ppt/notesMasters/notesMaster1.xml" Id="R2fef7049a708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39a2f558e54294" /><Relationship Type="http://schemas.openxmlformats.org/officeDocument/2006/relationships/notesMaster" Target="/ppt/notesMasters/notesMaster1.xml" Id="R25d447d35372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db769ab264810" /><Relationship Type="http://schemas.openxmlformats.org/officeDocument/2006/relationships/notesMaster" Target="/ppt/notesMasters/notesMaster1.xml" Id="R09b8d1b46336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6623651904279" /><Relationship Type="http://schemas.openxmlformats.org/officeDocument/2006/relationships/notesMaster" Target="/ppt/notesMasters/notesMaster1.xml" Id="Rb14c6f904bb447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1c7ca38ec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5d1c7dcdc48e6" /><Relationship Type="http://schemas.openxmlformats.org/officeDocument/2006/relationships/slideLayout" Target="/ppt/slideLayouts/slideLayout1.xml" Id="Rd0c3f10f2734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3f10f2734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b663c76dc4607" /><Relationship Type="http://schemas.openxmlformats.org/officeDocument/2006/relationships/notesSlide" Target="/ppt/notesSlides/notesSlide1.xml" Id="R806e6e051075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d6751f4c42e5" /><Relationship Type="http://schemas.openxmlformats.org/officeDocument/2006/relationships/notesSlide" Target="/ppt/notesSlides/notesSlide2.xml" Id="R9ec17818e14c48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a4cf923334964" /><Relationship Type="http://schemas.openxmlformats.org/officeDocument/2006/relationships/notesSlide" Target="/ppt/notesSlides/notesSlide3.xml" Id="R6b88ed0da7cb41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5620749ec4607" /><Relationship Type="http://schemas.openxmlformats.org/officeDocument/2006/relationships/notesSlide" Target="/ppt/notesSlides/notesSlide4.xml" Id="R52aa0d8b028c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0CB66-4116-454B-A17A-C9397F2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8F9E4-C7C4-4016-8EB0-5EFB98D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FORGEPANE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1B273-1066-4AE1-8A13-DEF28D70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Test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E805E-5819-4450-9F93-F26B68C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6DBEF-3361-414F-BA61-4F0537F5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Verify whether a delegated agent can turn a PPT into a plan-style execution brief.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8C5B6-353B-40C6-9B85-CADE9BC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BD656-0319-4668-99A6-FEA5FE0B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Use a tiny ForgePane MCP rollout deck as the source of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ADE5C-2095-4175-BD02-01FA07E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05A9F-B58E-4D95-98BF-A8171C7B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Require concrete phases, risks, validation steps, and open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AAB14-4C47-43DF-9A0C-5846B74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0A1B9"/>
                </a:solidFill>
              </a:defRPr>
            </a:pPr>
            <a:r>
              <a:rPr sz="825">
                <a:solidFill>
                  <a:srgbClr val="90A1B9"/>
                </a:solidFill>
              </a:rPr>
              <a:t>Source: ForgePane local MCP rollout notes, 2026-06-19</a:t>
            </a:r>
          </a:p>
        </p:txBody>
      </p:sp>
    </p:spTree>
    <p:extLst>
      <p:ext uri="{BB962C8B-B14F-4D97-AF65-F5344CB8AC3E}">
        <p14:creationId xmlns:p14="http://schemas.microsoft.com/office/powerpoint/2010/main" val="580216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A170D-04B1-4179-946C-B92352C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DB9F6-45D5-441F-9798-A6A0C42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FORGEPANE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1CDE8-0614-46B3-A18C-4F2C7F8E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Implementation Phases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BF1A-69F3-43CF-8FFE-4583D146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2D3F-B243-4CB1-A46A-B51711BB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Phase 1: keep the public smoke endpoint minimal and non-sensitive.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9F7F9-A0AA-421D-89F9-42D9CCE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CB059-6468-42B5-B3A8-03F16C39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Phase 2: use DevSpace Read for search and fetch only, with OAuth owner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7AA9E-18FF-42EA-A36D-51C6984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AB642-5C41-42D6-B3B2-0B12CB39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Phase 3: keep shell-capable DevSpace behind strong authentication and limited roots.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81EAF-6F5F-497B-8D4A-27B9143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0A1B9"/>
                </a:solidFill>
              </a:defRPr>
            </a:pPr>
            <a:r>
              <a:rPr sz="825">
                <a:solidFill>
                  <a:srgbClr val="90A1B9"/>
                </a:solidFill>
              </a:rPr>
              <a:t>Source: ForgePane local MCP rollout notes, 2026-06-19</a:t>
            </a:r>
          </a:p>
        </p:txBody>
      </p:sp>
    </p:spTree>
    <p:extLst>
      <p:ext uri="{BB962C8B-B14F-4D97-AF65-F5344CB8AC3E}">
        <p14:creationId xmlns:p14="http://schemas.microsoft.com/office/powerpoint/2010/main" val="1113942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83D71-4FCD-4D83-BBEF-A99FA3D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FF57A-9F2E-4C8C-874F-7FD9457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FORGEPANE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6F5FC-1132-47E7-90DF-188B7BA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Risk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C39A7-304D-463A-A369-7357A5D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E68C1-5297-4721-871A-3538B537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Do not expose write, edit, or bash tools without an explicit private access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69A24-88CB-4CD5-A704-E3381DC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3EFBD-7CD8-4666-AD8A-4F672A0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Prefer server logs and visible ChatGPT tool-call rows over app chip status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E969D-6503-4B17-A8C8-DE5B2C04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75987-4EEA-48D0-9796-FAA0DCE4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Record every public hostname, LaunchAgent, and verification command in repo docs.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26AB4-C629-43C0-B6C2-96F9ED90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0A1B9"/>
                </a:solidFill>
              </a:defRPr>
            </a:pPr>
            <a:r>
              <a:rPr sz="825">
                <a:solidFill>
                  <a:srgbClr val="90A1B9"/>
                </a:solidFill>
              </a:rPr>
              <a:t>Source: ForgePane local MCP rollout notes, 2026-06-19</a:t>
            </a:r>
          </a:p>
        </p:txBody>
      </p:sp>
    </p:spTree>
    <p:extLst>
      <p:ext uri="{BB962C8B-B14F-4D97-AF65-F5344CB8AC3E}">
        <p14:creationId xmlns:p14="http://schemas.microsoft.com/office/powerpoint/2010/main" val="608039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CD233-A415-4E7C-9107-7CB2EAC5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FB5C3-2D19-4579-B2F4-F1D4D77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FORGEPANE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1C09C-3236-4E05-8AD0-8950713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Acceptance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735BF-E0EF-4111-8211-0A1F0E0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AAFF-8E20-48BE-8E28-5D6767B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The smoke tool returns ok=true, service=forgepane-mcp-smoke, domain=forgepane.com.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5208-3084-4A38-A791-1CECAF3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2DE67-5E35-433D-B39D-8FB94F35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The plan lists ordered steps, owners, verification checks, and rollback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DBCBD-E694-47D8-8B31-E98677DC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445C1-F20C-49AF-86F7-1F4817D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The final answer must mention any assumptions and avoid claiming unverified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25D8E-014D-4EA9-908B-0ACBDDD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0A1B9"/>
                </a:solidFill>
              </a:defRPr>
            </a:pPr>
            <a:r>
              <a:rPr sz="825">
                <a:solidFill>
                  <a:srgbClr val="90A1B9"/>
                </a:solidFill>
              </a:rPr>
              <a:t>Source: ForgePane local MCP rollout notes, 2026-06-19</a:t>
            </a:r>
          </a:p>
        </p:txBody>
      </p:sp>
    </p:spTree>
    <p:extLst>
      <p:ext uri="{BB962C8B-B14F-4D97-AF65-F5344CB8AC3E}">
        <p14:creationId xmlns:p14="http://schemas.microsoft.com/office/powerpoint/2010/main" val="1028170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2026-06-19T08:51:16.1490000Z</dcterms:created>
  <dcterms:modified xsi:type="dcterms:W3CDTF">2026-06-19T08:51:16.1490000Z</dcterms:modified>
</coreProperties>
</file>